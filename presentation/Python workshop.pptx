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Inter" panose="02000503000000020004"/>
      <p:regular r:id="rId16"/>
      <p:bold r:id="rId17"/>
      <p:italic r:id="rId18"/>
      <p:boldItalic r:id="rId19"/>
    </p:embeddedFont>
    <p:embeddedFont>
      <p:font typeface="Inter Light" panose="02000503000000020004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7" roundtripDataSignature="AMtx7migqAbmkorA0T6u09A/GqRBBqNS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customschemas.google.com/relationships/presentationmetadata" Target="meta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PTtitle-green">
  <p:cSld name="PPTtitle-green">
    <p:bg>
      <p:bgPr>
        <a:solidFill>
          <a:schemeClr val="dk2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5"/>
          <p:cNvSpPr txBox="1">
            <a:spLocks noGrp="1"/>
          </p:cNvSpPr>
          <p:nvPr>
            <p:ph type="ctrTitle"/>
          </p:nvPr>
        </p:nvSpPr>
        <p:spPr>
          <a:xfrm>
            <a:off x="334963" y="1284287"/>
            <a:ext cx="7265988" cy="426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  <a:defRPr sz="6000">
                <a:solidFill>
                  <a:srgbClr val="00E95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" name="Google Shape;16;p15"/>
          <p:cNvPicPr preferRelativeResize="0"/>
          <p:nvPr/>
        </p:nvPicPr>
        <p:blipFill rotWithShape="1">
          <a:blip r:embed="rId2">
            <a:alphaModFix/>
          </a:blip>
          <a:srcRect t="5149" r="12722" b="17455"/>
          <a:stretch/>
        </p:blipFill>
        <p:spPr>
          <a:xfrm>
            <a:off x="7766156" y="0"/>
            <a:ext cx="442584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5"/>
          <p:cNvSpPr txBox="1">
            <a:spLocks noGrp="1"/>
          </p:cNvSpPr>
          <p:nvPr>
            <p:ph type="subTitle" idx="1"/>
          </p:nvPr>
        </p:nvSpPr>
        <p:spPr>
          <a:xfrm>
            <a:off x="334964" y="5667375"/>
            <a:ext cx="7265988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5"/>
          <p:cNvSpPr txBox="1"/>
          <p:nvPr/>
        </p:nvSpPr>
        <p:spPr>
          <a:xfrm>
            <a:off x="-1868606" y="2495551"/>
            <a:ext cx="1836000" cy="40219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9" name="Google Shape;1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76046" y="4252191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0" name="Google Shape;20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24245" y="5988589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824998" y="6195262"/>
            <a:ext cx="216000" cy="2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5"/>
          <p:cNvSpPr/>
          <p:nvPr/>
        </p:nvSpPr>
        <p:spPr>
          <a:xfrm>
            <a:off x="68263" y="228600"/>
            <a:ext cx="1526400" cy="89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_4Items">
  <p:cSld name="Agenda_4Items">
    <p:bg>
      <p:bgPr>
        <a:solidFill>
          <a:schemeClr val="accent2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6"/>
          <p:cNvSpPr txBox="1">
            <a:spLocks noGrp="1"/>
          </p:cNvSpPr>
          <p:nvPr>
            <p:ph type="title"/>
          </p:nvPr>
        </p:nvSpPr>
        <p:spPr>
          <a:xfrm>
            <a:off x="338138" y="364869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  <a:defRPr sz="20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body" idx="1"/>
          </p:nvPr>
        </p:nvSpPr>
        <p:spPr>
          <a:xfrm>
            <a:off x="2466974" y="110489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body" idx="2"/>
          </p:nvPr>
        </p:nvSpPr>
        <p:spPr>
          <a:xfrm>
            <a:off x="3825239" y="1243400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 b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3"/>
          </p:nvPr>
        </p:nvSpPr>
        <p:spPr>
          <a:xfrm>
            <a:off x="6067425" y="2364553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body" idx="4"/>
          </p:nvPr>
        </p:nvSpPr>
        <p:spPr>
          <a:xfrm>
            <a:off x="7425690" y="2503054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 b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body" idx="5"/>
          </p:nvPr>
        </p:nvSpPr>
        <p:spPr>
          <a:xfrm>
            <a:off x="2457450" y="3602803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6"/>
          </p:nvPr>
        </p:nvSpPr>
        <p:spPr>
          <a:xfrm>
            <a:off x="3815715" y="3741304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 b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7"/>
          </p:nvPr>
        </p:nvSpPr>
        <p:spPr>
          <a:xfrm>
            <a:off x="6048375" y="4955353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8"/>
          </p:nvPr>
        </p:nvSpPr>
        <p:spPr>
          <a:xfrm>
            <a:off x="7406640" y="5093854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  <a:defRPr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 b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/>
          <p:nvPr/>
        </p:nvSpPr>
        <p:spPr>
          <a:xfrm>
            <a:off x="-1868606" y="1381126"/>
            <a:ext cx="1836000" cy="39301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text</a:t>
            </a: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34" name="Google Shape;34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3045958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35" name="Google Shape;35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486018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066853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and-body-in-2columns" type="obj">
  <p:cSld name="OBJEC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" name="Google Shape;41;p17"/>
          <p:cNvSpPr txBox="1"/>
          <p:nvPr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 =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4 =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5 =      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6 =      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42" name="Google Shape;42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43" name="Google Shape;43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5277257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483930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White-background_image" type="titleOnly">
  <p:cSld name="TITLE_ONLY">
    <p:bg>
      <p:bgPr>
        <a:solidFill>
          <a:srgbClr val="F2F2F2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/>
          <p:nvPr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Add a background image by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Right-click -&gt; ‘Format background...',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Choose ‘Fill by image’ or ‘Bitmappattern’,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Click the ‘File...’-button to browse for an image.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PTtitle-white-bg_image">
  <p:cSld name="PPTtitle-white-bg_image">
    <p:bg>
      <p:bgPr>
        <a:solidFill>
          <a:schemeClr val="lt2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>
            <a:spLocks noGrp="1"/>
          </p:cNvSpPr>
          <p:nvPr>
            <p:ph type="ctrTitle"/>
          </p:nvPr>
        </p:nvSpPr>
        <p:spPr>
          <a:xfrm>
            <a:off x="334963" y="1284287"/>
            <a:ext cx="7265988" cy="426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9"/>
          <p:cNvSpPr txBox="1">
            <a:spLocks noGrp="1"/>
          </p:cNvSpPr>
          <p:nvPr>
            <p:ph type="subTitle" idx="1"/>
          </p:nvPr>
        </p:nvSpPr>
        <p:spPr>
          <a:xfrm>
            <a:off x="334964" y="5667375"/>
            <a:ext cx="7265988" cy="838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 b="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pic>
        <p:nvPicPr>
          <p:cNvPr id="51" name="Google Shape;51;p19"/>
          <p:cNvPicPr preferRelativeResize="0"/>
          <p:nvPr/>
        </p:nvPicPr>
        <p:blipFill rotWithShape="1">
          <a:blip r:embed="rId2">
            <a:alphaModFix/>
          </a:blip>
          <a:srcRect t="5232" r="12693" b="17610"/>
          <a:stretch/>
        </p:blipFill>
        <p:spPr>
          <a:xfrm>
            <a:off x="7764686" y="1"/>
            <a:ext cx="442731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9"/>
          <p:cNvSpPr txBox="1"/>
          <p:nvPr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Add a background image by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Right-click -&gt; ‘Format background...',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Choose ‘Fill by image’ or ‘Bitmappattern’,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Click the ‘File...’-button to browse for an image.</a:t>
            </a:r>
            <a:endParaRPr/>
          </a:p>
        </p:txBody>
      </p:sp>
      <p:sp>
        <p:nvSpPr>
          <p:cNvPr id="53" name="Google Shape;53;p19"/>
          <p:cNvSpPr/>
          <p:nvPr/>
        </p:nvSpPr>
        <p:spPr>
          <a:xfrm>
            <a:off x="68263" y="228600"/>
            <a:ext cx="1526400" cy="8904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9"/>
          <p:cNvSpPr txBox="1"/>
          <p:nvPr/>
        </p:nvSpPr>
        <p:spPr>
          <a:xfrm>
            <a:off x="-1868606" y="2495551"/>
            <a:ext cx="1836000" cy="402198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55" name="Google Shape;55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76046" y="4252191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6" name="Google Shape;56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24245" y="5988589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824998" y="6195262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_8Items">
  <p:cSld name="Agenda_8Items">
    <p:bg>
      <p:bgPr>
        <a:solidFill>
          <a:schemeClr val="accent6"/>
        </a:solid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>
            <a:spLocks noGrp="1"/>
          </p:cNvSpPr>
          <p:nvPr>
            <p:ph type="title"/>
          </p:nvPr>
        </p:nvSpPr>
        <p:spPr>
          <a:xfrm>
            <a:off x="338138" y="364869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body" idx="1"/>
          </p:nvPr>
        </p:nvSpPr>
        <p:spPr>
          <a:xfrm>
            <a:off x="323849" y="110489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20"/>
          <p:cNvSpPr txBox="1">
            <a:spLocks noGrp="1"/>
          </p:cNvSpPr>
          <p:nvPr>
            <p:ph type="body" idx="2"/>
          </p:nvPr>
        </p:nvSpPr>
        <p:spPr>
          <a:xfrm>
            <a:off x="1682114" y="1243400"/>
            <a:ext cx="4394836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20"/>
          <p:cNvSpPr txBox="1">
            <a:spLocks noGrp="1"/>
          </p:cNvSpPr>
          <p:nvPr>
            <p:ph type="body" idx="3"/>
          </p:nvPr>
        </p:nvSpPr>
        <p:spPr>
          <a:xfrm>
            <a:off x="6057900" y="1107253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20"/>
          <p:cNvSpPr txBox="1">
            <a:spLocks noGrp="1"/>
          </p:cNvSpPr>
          <p:nvPr>
            <p:ph type="body" idx="4"/>
          </p:nvPr>
        </p:nvSpPr>
        <p:spPr>
          <a:xfrm>
            <a:off x="7416165" y="1245754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20"/>
          <p:cNvSpPr txBox="1">
            <a:spLocks noGrp="1"/>
          </p:cNvSpPr>
          <p:nvPr>
            <p:ph type="body" idx="5"/>
          </p:nvPr>
        </p:nvSpPr>
        <p:spPr>
          <a:xfrm>
            <a:off x="325438" y="2555497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20"/>
          <p:cNvSpPr txBox="1">
            <a:spLocks noGrp="1"/>
          </p:cNvSpPr>
          <p:nvPr>
            <p:ph type="body" idx="6"/>
          </p:nvPr>
        </p:nvSpPr>
        <p:spPr>
          <a:xfrm>
            <a:off x="1683703" y="2693998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7"/>
          </p:nvPr>
        </p:nvSpPr>
        <p:spPr>
          <a:xfrm>
            <a:off x="6067425" y="2545972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8"/>
          </p:nvPr>
        </p:nvSpPr>
        <p:spPr>
          <a:xfrm>
            <a:off x="7416165" y="2684473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body" idx="9"/>
          </p:nvPr>
        </p:nvSpPr>
        <p:spPr>
          <a:xfrm>
            <a:off x="323849" y="398144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body" idx="13"/>
          </p:nvPr>
        </p:nvSpPr>
        <p:spPr>
          <a:xfrm>
            <a:off x="1682114" y="4119950"/>
            <a:ext cx="4394836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body" idx="14"/>
          </p:nvPr>
        </p:nvSpPr>
        <p:spPr>
          <a:xfrm>
            <a:off x="6057900" y="3983803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0"/>
          <p:cNvSpPr txBox="1">
            <a:spLocks noGrp="1"/>
          </p:cNvSpPr>
          <p:nvPr>
            <p:ph type="body" idx="15"/>
          </p:nvPr>
        </p:nvSpPr>
        <p:spPr>
          <a:xfrm>
            <a:off x="7416165" y="4122304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20"/>
          <p:cNvSpPr txBox="1">
            <a:spLocks noGrp="1"/>
          </p:cNvSpPr>
          <p:nvPr>
            <p:ph type="body" idx="16"/>
          </p:nvPr>
        </p:nvSpPr>
        <p:spPr>
          <a:xfrm>
            <a:off x="325438" y="5432047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20"/>
          <p:cNvSpPr txBox="1">
            <a:spLocks noGrp="1"/>
          </p:cNvSpPr>
          <p:nvPr>
            <p:ph type="body" idx="17"/>
          </p:nvPr>
        </p:nvSpPr>
        <p:spPr>
          <a:xfrm>
            <a:off x="1683703" y="5570548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20"/>
          <p:cNvSpPr txBox="1">
            <a:spLocks noGrp="1"/>
          </p:cNvSpPr>
          <p:nvPr>
            <p:ph type="body" idx="18"/>
          </p:nvPr>
        </p:nvSpPr>
        <p:spPr>
          <a:xfrm>
            <a:off x="6067425" y="5422522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9"/>
          </p:nvPr>
        </p:nvSpPr>
        <p:spPr>
          <a:xfrm>
            <a:off x="7416165" y="5561023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/>
          <p:nvPr/>
        </p:nvSpPr>
        <p:spPr>
          <a:xfrm>
            <a:off x="-1868606" y="1381126"/>
            <a:ext cx="1836000" cy="39301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text</a:t>
            </a: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77" name="Google Shape;77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3045958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78" name="Google Shape;78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4860180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066853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1">
  <p:cSld name="Section1">
    <p:bg>
      <p:bgPr>
        <a:solidFill>
          <a:srgbClr val="F2F2F2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1" descr="A black and tan background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1"/>
          <p:cNvSpPr txBox="1">
            <a:spLocks noGrp="1"/>
          </p:cNvSpPr>
          <p:nvPr>
            <p:ph type="body" idx="1"/>
          </p:nvPr>
        </p:nvSpPr>
        <p:spPr>
          <a:xfrm>
            <a:off x="323849" y="287654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body" idx="2"/>
          </p:nvPr>
        </p:nvSpPr>
        <p:spPr>
          <a:xfrm>
            <a:off x="1682114" y="3015050"/>
            <a:ext cx="4394836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21"/>
          <p:cNvSpPr txBox="1"/>
          <p:nvPr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Add a background image by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Right-click -&gt; ‘Format background...',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Choose ‘Fill by image’ or ‘Bitmappattern’,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Click the ‘File...’-button to browse for an image.</a:t>
            </a:r>
            <a:endParaRPr/>
          </a:p>
        </p:txBody>
      </p:sp>
      <p:sp>
        <p:nvSpPr>
          <p:cNvPr id="85" name="Google Shape;85;p21"/>
          <p:cNvSpPr txBox="1"/>
          <p:nvPr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text</a:t>
            </a: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86" name="Google Shape;8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87" name="Google Shape;8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24245" y="6374655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824998" y="6581328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2">
  <p:cSld name="Section2">
    <p:bg>
      <p:bgPr>
        <a:solidFill>
          <a:schemeClr val="accent2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/>
          <p:nvPr/>
        </p:nvSpPr>
        <p:spPr>
          <a:xfrm>
            <a:off x="0" y="0"/>
            <a:ext cx="7448198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7448198" y="2743199"/>
            <a:ext cx="1238251" cy="1162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0"/>
              <a:buNone/>
              <a:defRPr sz="8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7482839" y="4062799"/>
            <a:ext cx="4394836" cy="248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500"/>
              <a:buNone/>
              <a:defRPr sz="45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50"/>
              <a:buNone/>
              <a:defRPr sz="2250" b="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22"/>
          <p:cNvSpPr txBox="1"/>
          <p:nvPr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text</a:t>
            </a: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94" name="Google Shape;94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5" name="Google Shape;9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6374655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6581328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3">
  <p:cSld name="Section3">
    <p:bg>
      <p:bgPr>
        <a:solidFill>
          <a:srgbClr val="00E953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3"/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23"/>
          <p:cNvSpPr txBox="1">
            <a:spLocks noGrp="1"/>
          </p:cNvSpPr>
          <p:nvPr>
            <p:ph type="body" idx="1"/>
          </p:nvPr>
        </p:nvSpPr>
        <p:spPr>
          <a:xfrm>
            <a:off x="310798" y="4396386"/>
            <a:ext cx="2749902" cy="2194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16000"/>
              <a:buNone/>
              <a:defRPr sz="16000" b="0">
                <a:solidFill>
                  <a:srgbClr val="00E95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23"/>
          <p:cNvSpPr txBox="1">
            <a:spLocks noGrp="1"/>
          </p:cNvSpPr>
          <p:nvPr>
            <p:ph type="body" idx="2"/>
          </p:nvPr>
        </p:nvSpPr>
        <p:spPr>
          <a:xfrm>
            <a:off x="7482839" y="1916499"/>
            <a:ext cx="4394836" cy="248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4500"/>
              <a:buNone/>
              <a:defRPr sz="4500" b="1">
                <a:solidFill>
                  <a:srgbClr val="00E95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2250"/>
              <a:buNone/>
              <a:defRPr sz="2250" b="0">
                <a:solidFill>
                  <a:srgbClr val="00E953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/>
          <p:nvPr/>
        </p:nvSpPr>
        <p:spPr>
          <a:xfrm>
            <a:off x="-1868606" y="2895601"/>
            <a:ext cx="1836000" cy="393017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</a:t>
            </a:r>
            <a:r>
              <a:rPr lang="en-US" sz="1800" b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title text</a:t>
            </a:r>
            <a:endParaRPr sz="1200" b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regular text</a:t>
            </a:r>
            <a:endParaRPr sz="1200" b="1">
              <a:solidFill>
                <a:schemeClr val="accent2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02" name="Google Shape;102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4560433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3" name="Google Shape;103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6374655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6581328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only">
  <p:cSld name="Title-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4"/>
          <p:cNvSpPr txBox="1">
            <a:spLocks noGrp="1"/>
          </p:cNvSpPr>
          <p:nvPr>
            <p:ph type="title"/>
          </p:nvPr>
        </p:nvSpPr>
        <p:spPr>
          <a:xfrm>
            <a:off x="338138" y="1247774"/>
            <a:ext cx="6088062" cy="481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4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8" name="Google Shape;108;p24"/>
          <p:cNvSpPr txBox="1"/>
          <p:nvPr/>
        </p:nvSpPr>
        <p:spPr>
          <a:xfrm>
            <a:off x="-1868606" y="1200151"/>
            <a:ext cx="1836000" cy="3089046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Highlight important part of the title text using </a:t>
            </a:r>
            <a:r>
              <a:rPr lang="en-US" sz="1000" b="1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rPr>
              <a:t>Violet colour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Select the important part and click on Text colour button   (@ tab Start/Home - group Font), choose Violet, Accent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09" name="Google Shape;109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84044" y="2808170"/>
            <a:ext cx="1666875" cy="133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and-body">
  <p:cSld name="Title-and-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5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5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7645656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5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25"/>
          <p:cNvSpPr txBox="1"/>
          <p:nvPr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 =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4 =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5 =      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6 =      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15" name="Google Shape;115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6" name="Google Shape;116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5277257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483930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and-3image-3body">
  <p:cSld name="Title-and-3image-3bod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6"/>
          <p:cNvSpPr txBox="1">
            <a:spLocks noGrp="1"/>
          </p:cNvSpPr>
          <p:nvPr>
            <p:ph type="body" idx="1"/>
          </p:nvPr>
        </p:nvSpPr>
        <p:spPr>
          <a:xfrm>
            <a:off x="338138" y="4171949"/>
            <a:ext cx="3776662" cy="20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6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2" name="Google Shape;122;p26"/>
          <p:cNvSpPr>
            <a:spLocks noGrp="1"/>
          </p:cNvSpPr>
          <p:nvPr>
            <p:ph type="pic" idx="2"/>
          </p:nvPr>
        </p:nvSpPr>
        <p:spPr>
          <a:xfrm>
            <a:off x="334963" y="1485899"/>
            <a:ext cx="3363912" cy="22193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26"/>
          <p:cNvSpPr>
            <a:spLocks noGrp="1"/>
          </p:cNvSpPr>
          <p:nvPr>
            <p:ph type="pic" idx="3"/>
          </p:nvPr>
        </p:nvSpPr>
        <p:spPr>
          <a:xfrm>
            <a:off x="4297363" y="1482647"/>
            <a:ext cx="3363912" cy="22193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4" name="Google Shape;124;p26"/>
          <p:cNvSpPr>
            <a:spLocks noGrp="1"/>
          </p:cNvSpPr>
          <p:nvPr>
            <p:ph type="pic" idx="4"/>
          </p:nvPr>
        </p:nvSpPr>
        <p:spPr>
          <a:xfrm>
            <a:off x="8259763" y="1482647"/>
            <a:ext cx="3363912" cy="2219326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5" name="Google Shape;125;p26"/>
          <p:cNvSpPr txBox="1">
            <a:spLocks noGrp="1"/>
          </p:cNvSpPr>
          <p:nvPr>
            <p:ph type="body" idx="5"/>
          </p:nvPr>
        </p:nvSpPr>
        <p:spPr>
          <a:xfrm>
            <a:off x="4300540" y="4171948"/>
            <a:ext cx="3776662" cy="20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26"/>
          <p:cNvSpPr txBox="1">
            <a:spLocks noGrp="1"/>
          </p:cNvSpPr>
          <p:nvPr>
            <p:ph type="body" idx="6"/>
          </p:nvPr>
        </p:nvSpPr>
        <p:spPr>
          <a:xfrm>
            <a:off x="8259763" y="4171947"/>
            <a:ext cx="3776662" cy="200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2pPr>
            <a:lvl3pPr marL="1371600" lvl="2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3pPr>
            <a:lvl4pPr marL="1828800" lvl="3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4pPr>
            <a:lvl5pPr marL="2286000" lvl="4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marL="2743200" lvl="5" indent="-330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6"/>
          <p:cNvSpPr txBox="1"/>
          <p:nvPr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 =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4 =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5 =      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6 =      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9" name="Google Shape;129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5277257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483930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body_left-image_right">
  <p:cSld name="Title-body_left-image_righ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5757862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7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5757862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7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27"/>
          <p:cNvSpPr>
            <a:spLocks noGrp="1"/>
          </p:cNvSpPr>
          <p:nvPr>
            <p:ph type="pic" idx="2"/>
          </p:nvPr>
        </p:nvSpPr>
        <p:spPr>
          <a:xfrm>
            <a:off x="6819900" y="0"/>
            <a:ext cx="5372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6" name="Google Shape;136;p27"/>
          <p:cNvSpPr txBox="1"/>
          <p:nvPr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 =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4 =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5 =      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6 =      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37" name="Google Shape;137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38" name="Google Shape;13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24245" y="5277257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flipH="1">
            <a:off x="-824998" y="5483930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image_left-body_right">
  <p:cSld name="Title-image_left-body_righ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>
            <a:spLocks noGrp="1"/>
          </p:cNvSpPr>
          <p:nvPr>
            <p:ph type="title"/>
          </p:nvPr>
        </p:nvSpPr>
        <p:spPr>
          <a:xfrm>
            <a:off x="6100763" y="545844"/>
            <a:ext cx="5757862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8"/>
          <p:cNvSpPr txBox="1">
            <a:spLocks noGrp="1"/>
          </p:cNvSpPr>
          <p:nvPr>
            <p:ph type="body" idx="1"/>
          </p:nvPr>
        </p:nvSpPr>
        <p:spPr>
          <a:xfrm>
            <a:off x="6100763" y="1200150"/>
            <a:ext cx="5757862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marL="914400" lvl="1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>
            <a:spLocks noGrp="1"/>
          </p:cNvSpPr>
          <p:nvPr>
            <p:ph type="pic" idx="2"/>
          </p:nvPr>
        </p:nvSpPr>
        <p:spPr>
          <a:xfrm>
            <a:off x="0" y="0"/>
            <a:ext cx="53721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pic>
        <p:nvPicPr>
          <p:cNvPr id="144" name="Google Shape;144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9917" y="6314315"/>
            <a:ext cx="814742" cy="33709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6" name="Google Shape;146;p28"/>
          <p:cNvSpPr txBox="1"/>
          <p:nvPr/>
        </p:nvSpPr>
        <p:spPr>
          <a:xfrm>
            <a:off x="-1868606" y="1199997"/>
            <a:ext cx="1836000" cy="4600728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Format the body text by </a:t>
            </a: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increasing or decreasing the list level.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Place the cursor in the text line you want to format.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In Start/Home section, use the buttons ‘Indent More’ and ‘Indent Less’ (marked red) to format the text.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1 = 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2 = 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bold 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3 =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4 =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5 =       •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</a:t>
            </a:r>
            <a:r>
              <a:rPr lang="en-US" sz="12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text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6 =          </a:t>
            </a:r>
            <a:r>
              <a:rPr lang="en-US" sz="7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○</a:t>
            </a:r>
            <a:r>
              <a:rPr lang="en-US" sz="12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 </a:t>
            </a: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regular text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Keyboard shortcuts: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Light"/>
              <a:buNone/>
            </a:pPr>
            <a:r>
              <a:rPr lang="en-US" sz="1200" b="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[Alt]+[Shift]+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pic>
        <p:nvPicPr>
          <p:cNvPr id="147" name="Google Shape;14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776046" y="2838636"/>
            <a:ext cx="1285875" cy="9144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48" name="Google Shape;148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824245" y="5277257"/>
            <a:ext cx="216000" cy="2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flipH="1">
            <a:off x="-824998" y="5483930"/>
            <a:ext cx="216000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Black-background_image">
  <p:cSld name="Title_Black-background_image">
    <p:bg>
      <p:bgPr>
        <a:solidFill>
          <a:srgbClr val="F2F2F2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9"/>
          <p:cNvSpPr txBox="1"/>
          <p:nvPr/>
        </p:nvSpPr>
        <p:spPr>
          <a:xfrm>
            <a:off x="-1868606" y="202"/>
            <a:ext cx="1836000" cy="1695451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Add a background image by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Right-click -&gt; ‘Format background...',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Choose ‘Fill by image’ or ‘Bitmappattern’,</a:t>
            </a:r>
            <a:endParaRPr/>
          </a:p>
          <a:p>
            <a:pPr marL="171450" marR="0" lvl="0" indent="-1079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</a:pPr>
            <a:r>
              <a:rPr lang="en-US"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Click the ‘File...’-button to browse for an image.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background green">
  <p:cSld name="Title-background green">
    <p:bg>
      <p:bgPr>
        <a:solidFill>
          <a:schemeClr val="dk2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579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eFutureIsYuman">
  <p:cSld name="TheFutureIsYuman">
    <p:bg>
      <p:bgPr>
        <a:solidFill>
          <a:srgbClr val="F2F2F2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1"/>
          <p:cNvSpPr txBox="1">
            <a:spLocks noGrp="1"/>
          </p:cNvSpPr>
          <p:nvPr>
            <p:ph type="title"/>
          </p:nvPr>
        </p:nvSpPr>
        <p:spPr>
          <a:xfrm>
            <a:off x="338138" y="2679444"/>
            <a:ext cx="6422183" cy="2246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57" name="Google Shape;157;p31"/>
          <p:cNvPicPr preferRelativeResize="0"/>
          <p:nvPr/>
        </p:nvPicPr>
        <p:blipFill rotWithShape="1">
          <a:blip r:embed="rId2">
            <a:alphaModFix/>
          </a:blip>
          <a:srcRect b="25976"/>
          <a:stretch/>
        </p:blipFill>
        <p:spPr>
          <a:xfrm>
            <a:off x="6760322" y="454109"/>
            <a:ext cx="4950033" cy="640389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1"/>
          <p:cNvSpPr txBox="1">
            <a:spLocks noGrp="1"/>
          </p:cNvSpPr>
          <p:nvPr>
            <p:ph type="body" idx="1"/>
          </p:nvPr>
        </p:nvSpPr>
        <p:spPr>
          <a:xfrm>
            <a:off x="338138" y="5583936"/>
            <a:ext cx="6422183" cy="9265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you">
  <p:cSld name="Thankyou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2"/>
          <p:cNvSpPr txBox="1">
            <a:spLocks noGrp="1"/>
          </p:cNvSpPr>
          <p:nvPr>
            <p:ph type="body" idx="1"/>
          </p:nvPr>
        </p:nvSpPr>
        <p:spPr>
          <a:xfrm>
            <a:off x="338138" y="6135330"/>
            <a:ext cx="4090987" cy="33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161" name="Google Shape;161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513231" y="2821757"/>
            <a:ext cx="3175844" cy="131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32"/>
          <p:cNvSpPr txBox="1">
            <a:spLocks noGrp="1"/>
          </p:cNvSpPr>
          <p:nvPr>
            <p:ph type="body" idx="2"/>
          </p:nvPr>
        </p:nvSpPr>
        <p:spPr>
          <a:xfrm>
            <a:off x="4050507" y="6135330"/>
            <a:ext cx="4090987" cy="33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32"/>
          <p:cNvSpPr txBox="1">
            <a:spLocks noGrp="1"/>
          </p:cNvSpPr>
          <p:nvPr>
            <p:ph type="body" idx="3"/>
          </p:nvPr>
        </p:nvSpPr>
        <p:spPr>
          <a:xfrm>
            <a:off x="7762875" y="6135330"/>
            <a:ext cx="4090987" cy="337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lvl="1" indent="-22860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lvl="2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4pPr>
            <a:lvl5pPr marL="2286000" lvl="4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-and-chart">
  <p:cSld name="Title-and-char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3"/>
          <p:cNvSpPr txBox="1">
            <a:spLocks noGrp="1"/>
          </p:cNvSpPr>
          <p:nvPr>
            <p:ph type="title"/>
          </p:nvPr>
        </p:nvSpPr>
        <p:spPr>
          <a:xfrm>
            <a:off x="338138" y="535022"/>
            <a:ext cx="3368100" cy="5522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3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33"/>
          <p:cNvSpPr>
            <a:spLocks noGrp="1"/>
          </p:cNvSpPr>
          <p:nvPr>
            <p:ph type="chart" idx="2"/>
          </p:nvPr>
        </p:nvSpPr>
        <p:spPr>
          <a:xfrm>
            <a:off x="4248000" y="1749600"/>
            <a:ext cx="7351200" cy="49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68" name="Google Shape;168;p33"/>
          <p:cNvSpPr txBox="1"/>
          <p:nvPr/>
        </p:nvSpPr>
        <p:spPr>
          <a:xfrm>
            <a:off x="338138" y="-387349"/>
            <a:ext cx="11518899" cy="273049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This chart slide is an example, copy this slide to create your own chart slide. Use right-click on the chart to edit the data.</a:t>
            </a:r>
            <a:endParaRPr sz="1200" b="0">
              <a:solidFill>
                <a:schemeClr val="dk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  <a:defRPr sz="3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7645656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1371600" marR="0" lvl="2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2286000" marR="0" lvl="4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2743200" marR="0" lvl="5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urier New"/>
              <a:buChar char="o"/>
              <a:defRPr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sldNum" idx="12"/>
          </p:nvPr>
        </p:nvSpPr>
        <p:spPr>
          <a:xfrm>
            <a:off x="8529639" y="6346825"/>
            <a:ext cx="3514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4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349917" y="6314315"/>
            <a:ext cx="814742" cy="33709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"/>
          <p:cNvSpPr txBox="1">
            <a:spLocks noGrp="1"/>
          </p:cNvSpPr>
          <p:nvPr>
            <p:ph type="ctrTitle"/>
          </p:nvPr>
        </p:nvSpPr>
        <p:spPr>
          <a:xfrm>
            <a:off x="440471" y="0"/>
            <a:ext cx="7265988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/>
              <a:t>Werken met Python</a:t>
            </a:r>
            <a:endParaRPr/>
          </a:p>
        </p:txBody>
      </p:sp>
      <p:sp>
        <p:nvSpPr>
          <p:cNvPr id="175" name="Google Shape;175;p1"/>
          <p:cNvSpPr txBox="1">
            <a:spLocks noGrp="1"/>
          </p:cNvSpPr>
          <p:nvPr>
            <p:ph type="subTitle" idx="1"/>
          </p:nvPr>
        </p:nvSpPr>
        <p:spPr>
          <a:xfrm>
            <a:off x="276349" y="5175006"/>
            <a:ext cx="7265988" cy="1260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>
                <a:solidFill>
                  <a:srgbClr val="262626"/>
                </a:solidFill>
              </a:rPr>
              <a:t>Joey Visbeen</a:t>
            </a:r>
            <a:endParaRPr>
              <a:solidFill>
                <a:srgbClr val="262626"/>
              </a:solidFill>
            </a:endParaRPr>
          </a:p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>
                <a:solidFill>
                  <a:srgbClr val="262626"/>
                </a:solidFill>
              </a:rPr>
              <a:t>Jettro Coenradie</a:t>
            </a:r>
            <a:endParaRPr/>
          </a:p>
          <a:p>
            <a:pPr marL="0" lvl="1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000"/>
              <a:buNone/>
            </a:pPr>
            <a:r>
              <a:rPr lang="en-US">
                <a:solidFill>
                  <a:srgbClr val="262626"/>
                </a:solidFill>
              </a:rPr>
              <a:t>2026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"/>
          <p:cNvSpPr txBox="1">
            <a:spLocks noGrp="1"/>
          </p:cNvSpPr>
          <p:nvPr>
            <p:ph type="title"/>
          </p:nvPr>
        </p:nvSpPr>
        <p:spPr>
          <a:xfrm>
            <a:off x="338138" y="364869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81" name="Google Shape;181;p2"/>
          <p:cNvSpPr txBox="1">
            <a:spLocks noGrp="1"/>
          </p:cNvSpPr>
          <p:nvPr>
            <p:ph type="body" idx="1"/>
          </p:nvPr>
        </p:nvSpPr>
        <p:spPr>
          <a:xfrm>
            <a:off x="2466974" y="36486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182" name="Google Shape;182;p2"/>
          <p:cNvSpPr txBox="1">
            <a:spLocks noGrp="1"/>
          </p:cNvSpPr>
          <p:nvPr>
            <p:ph type="body" idx="2"/>
          </p:nvPr>
        </p:nvSpPr>
        <p:spPr>
          <a:xfrm>
            <a:off x="3825239" y="440372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Setup Python project</a:t>
            </a:r>
            <a:endParaRPr/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en-US"/>
              <a:t>Learn about the project manager `uv`, project structure and unit testing.</a:t>
            </a:r>
            <a:endParaRPr/>
          </a:p>
        </p:txBody>
      </p:sp>
      <p:sp>
        <p:nvSpPr>
          <p:cNvPr id="183" name="Google Shape;183;p2"/>
          <p:cNvSpPr txBox="1">
            <a:spLocks noGrp="1"/>
          </p:cNvSpPr>
          <p:nvPr>
            <p:ph type="body" idx="3"/>
          </p:nvPr>
        </p:nvSpPr>
        <p:spPr>
          <a:xfrm>
            <a:off x="6076949" y="1535845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184" name="Google Shape;184;p2"/>
          <p:cNvSpPr txBox="1">
            <a:spLocks noGrp="1"/>
          </p:cNvSpPr>
          <p:nvPr>
            <p:ph type="body" idx="4"/>
          </p:nvPr>
        </p:nvSpPr>
        <p:spPr>
          <a:xfrm>
            <a:off x="7435214" y="1674346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Program the game</a:t>
            </a:r>
            <a:endParaRPr/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en-US"/>
              <a:t>Learn about classes, data classes, to run a maze game in Python.</a:t>
            </a:r>
            <a:endParaRPr/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endParaRPr/>
          </a:p>
        </p:txBody>
      </p:sp>
      <p:sp>
        <p:nvSpPr>
          <p:cNvPr id="185" name="Google Shape;185;p2"/>
          <p:cNvSpPr txBox="1">
            <a:spLocks noGrp="1"/>
          </p:cNvSpPr>
          <p:nvPr>
            <p:ph type="body" idx="5"/>
          </p:nvPr>
        </p:nvSpPr>
        <p:spPr>
          <a:xfrm>
            <a:off x="2466974" y="2612494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186" name="Google Shape;186;p2"/>
          <p:cNvSpPr txBox="1">
            <a:spLocks noGrp="1"/>
          </p:cNvSpPr>
          <p:nvPr>
            <p:ph type="body" idx="6"/>
          </p:nvPr>
        </p:nvSpPr>
        <p:spPr>
          <a:xfrm>
            <a:off x="3825239" y="2750995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Data Analysis</a:t>
            </a:r>
            <a:endParaRPr/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en-US"/>
              <a:t>Using Python notebooks for data analysis</a:t>
            </a:r>
            <a:endParaRPr/>
          </a:p>
        </p:txBody>
      </p:sp>
      <p:sp>
        <p:nvSpPr>
          <p:cNvPr id="187" name="Google Shape;187;p2"/>
          <p:cNvSpPr txBox="1">
            <a:spLocks noGrp="1"/>
          </p:cNvSpPr>
          <p:nvPr>
            <p:ph type="body" idx="7"/>
          </p:nvPr>
        </p:nvSpPr>
        <p:spPr>
          <a:xfrm>
            <a:off x="6076949" y="3577565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188" name="Google Shape;188;p2"/>
          <p:cNvSpPr txBox="1">
            <a:spLocks noGrp="1"/>
          </p:cNvSpPr>
          <p:nvPr>
            <p:ph type="body" idx="8"/>
          </p:nvPr>
        </p:nvSpPr>
        <p:spPr>
          <a:xfrm>
            <a:off x="7435214" y="3716066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None/>
            </a:pPr>
            <a:r>
              <a:rPr lang="en-US"/>
              <a:t>Create a GUI</a:t>
            </a:r>
            <a:endParaRPr/>
          </a:p>
          <a:p>
            <a:pPr marL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</a:pPr>
            <a:r>
              <a:rPr lang="en-US"/>
              <a:t>Use Streamlit to create a GUI version of the game</a:t>
            </a:r>
            <a:endParaRPr/>
          </a:p>
        </p:txBody>
      </p:sp>
      <p:sp>
        <p:nvSpPr>
          <p:cNvPr id="189" name="Google Shape;189;p2"/>
          <p:cNvSpPr txBox="1"/>
          <p:nvPr/>
        </p:nvSpPr>
        <p:spPr>
          <a:xfrm>
            <a:off x="2466974" y="4532790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en-US"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190" name="Google Shape;190;p2"/>
          <p:cNvSpPr txBox="1"/>
          <p:nvPr/>
        </p:nvSpPr>
        <p:spPr>
          <a:xfrm>
            <a:off x="3825239" y="4671291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Create a REST API</a:t>
            </a:r>
            <a:endParaRPr/>
          </a:p>
          <a:p>
            <a:pPr marL="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Using Fastapi to create a rest interface on the game.</a:t>
            </a:r>
            <a:endParaRPr sz="1500" b="0" i="0" u="none" strike="noStrike" cap="non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2"/>
          <p:cNvSpPr txBox="1"/>
          <p:nvPr/>
        </p:nvSpPr>
        <p:spPr>
          <a:xfrm>
            <a:off x="6096000" y="5587439"/>
            <a:ext cx="1238251" cy="914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Font typeface="Arial"/>
              <a:buNone/>
            </a:pPr>
            <a:r>
              <a:rPr lang="en-US" sz="6000" b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192" name="Google Shape;192;p2"/>
          <p:cNvSpPr txBox="1"/>
          <p:nvPr/>
        </p:nvSpPr>
        <p:spPr>
          <a:xfrm>
            <a:off x="7454265" y="5725940"/>
            <a:ext cx="4395600" cy="7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r>
              <a:rPr lang="en-US" sz="3000" b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Create an Agent</a:t>
            </a:r>
            <a:endParaRPr/>
          </a:p>
          <a:p>
            <a:pPr marL="0" marR="0" lvl="1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Use Strands to create an agent that plays the game</a:t>
            </a:r>
            <a:endParaRPr sz="1500" b="0" i="0" u="none" strike="noStrike" cap="none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How it all works</a:t>
            </a:r>
            <a:endParaRPr/>
          </a:p>
        </p:txBody>
      </p:sp>
      <p:sp>
        <p:nvSpPr>
          <p:cNvPr id="198" name="Google Shape;198;p3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Follow this link and clone the repository you find there: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https://</a:t>
            </a:r>
            <a:r>
              <a:rPr lang="en-US" dirty="0" err="1"/>
              <a:t>go.jettro.dev</a:t>
            </a:r>
            <a:r>
              <a:rPr lang="en-US" dirty="0"/>
              <a:t>/</a:t>
            </a:r>
            <a:r>
              <a:rPr lang="en-US" dirty="0" err="1"/>
              <a:t>wspy</a:t>
            </a:r>
            <a:endParaRPr lang="en-US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The repository contains Markdown files with the assignments. For each part of the workshop, we tell you the files to use.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There is a solution folder, use this if you are stuck, or if you are a bit lazy ;-)</a:t>
            </a:r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lang="en-US"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There is a webapp folder, you can use this after finishing the F</a:t>
            </a:r>
            <a:r>
              <a:rPr lang="en-US"/>
              <a:t>astapi</a:t>
            </a:r>
            <a:r>
              <a:rPr lang="en-US" dirty="0"/>
              <a:t> assignment.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!! Read everything; all information is important for completing the assignments.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 dirty="0"/>
              <a:t>If you reach the agent assignment, and you do not have a key for OpenAI, we provide one.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19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>
                <a:solidFill>
                  <a:srgbClr val="00E953"/>
                </a:solidFill>
              </a:rPr>
              <a:t>Setup project</a:t>
            </a:r>
            <a:endParaRPr/>
          </a:p>
        </p:txBody>
      </p:sp>
      <p:sp>
        <p:nvSpPr>
          <p:cNvPr id="204" name="Google Shape;204;p4"/>
          <p:cNvSpPr txBox="1">
            <a:spLocks noGrp="1"/>
          </p:cNvSpPr>
          <p:nvPr>
            <p:ph type="subTitle" idx="4294967295"/>
          </p:nvPr>
        </p:nvSpPr>
        <p:spPr>
          <a:xfrm>
            <a:off x="0" y="5667375"/>
            <a:ext cx="726598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5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Setup Python projects</a:t>
            </a:r>
            <a:endParaRPr/>
          </a:p>
        </p:txBody>
      </p:sp>
      <p:sp>
        <p:nvSpPr>
          <p:cNvPr id="210" name="Google Shape;210;p5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Why Uv</a:t>
            </a:r>
            <a:endParaRPr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It combines/replaces pip, pip-tools, pipx, poetry, pyenv, twine, virtualenv, and more.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Use UV to: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Manage Python versions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Manage dependencies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Run code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Run unit tests</a:t>
            </a: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Pytest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Learn how to write unit tests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ASSIGNMENT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Start working on 0_setting_up_the_project.md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19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>
                <a:solidFill>
                  <a:srgbClr val="00E953"/>
                </a:solidFill>
              </a:rPr>
              <a:t>Program the game</a:t>
            </a:r>
            <a:endParaRPr/>
          </a:p>
        </p:txBody>
      </p:sp>
      <p:sp>
        <p:nvSpPr>
          <p:cNvPr id="216" name="Google Shape;216;p6"/>
          <p:cNvSpPr txBox="1">
            <a:spLocks noGrp="1"/>
          </p:cNvSpPr>
          <p:nvPr>
            <p:ph type="subTitle" idx="4294967295"/>
          </p:nvPr>
        </p:nvSpPr>
        <p:spPr>
          <a:xfrm>
            <a:off x="0" y="5667375"/>
            <a:ext cx="726598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Program the adventure game</a:t>
            </a:r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Add code for: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Compass and Move enums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Character and CharacterLocation data classes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The Board for the playing field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Moving the player from the start position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Add a result to a move when finding a character or the exit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Provide a directional tip through the compass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Create the game class to play the game on the board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Add a scoring mechanism to the game</a:t>
            </a: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Events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Adds events to the game that you can use in the next module.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ASSIGNMENT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Start working on 1_program_the_game.md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Continue with 2_add_events.md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19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>
                <a:solidFill>
                  <a:srgbClr val="00E953"/>
                </a:solidFill>
              </a:rPr>
              <a:t>Data Analysis</a:t>
            </a:r>
            <a:endParaRPr/>
          </a:p>
        </p:txBody>
      </p:sp>
      <p:sp>
        <p:nvSpPr>
          <p:cNvPr id="228" name="Google Shape;228;p8"/>
          <p:cNvSpPr txBox="1">
            <a:spLocks noGrp="1"/>
          </p:cNvSpPr>
          <p:nvPr>
            <p:ph type="subTitle" idx="4294967295"/>
          </p:nvPr>
        </p:nvSpPr>
        <p:spPr>
          <a:xfrm>
            <a:off x="0" y="5667375"/>
            <a:ext cx="726598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Data Analysis</a:t>
            </a:r>
            <a:endParaRPr/>
          </a:p>
        </p:txBody>
      </p:sp>
      <p:sp>
        <p:nvSpPr>
          <p:cNvPr id="234" name="Google Shape;234;p9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Learn to work with Python notebooks: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Setup a notebook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Pandas (Dataframes)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NumPy (Complimentary)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Matplotlib (Charts)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ASSIGNMENT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Start working on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Dataframe manipulations</a:t>
            </a:r>
            <a:endParaRPr/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US"/>
              <a:t>Data visualisation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working on 3_exploring_events.md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Really useful resource:</a:t>
            </a:r>
            <a:endParaRPr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https://pandas.pydata.org/Pandas_Cheat_Sheet.pdf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  <p:pic>
        <p:nvPicPr>
          <p:cNvPr id="235" name="Google Shape;23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7050" y="1200150"/>
            <a:ext cx="762000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19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>
                <a:solidFill>
                  <a:srgbClr val="00E953"/>
                </a:solidFill>
              </a:rPr>
              <a:t>Create a GUI</a:t>
            </a:r>
            <a:endParaRPr/>
          </a:p>
        </p:txBody>
      </p:sp>
      <p:sp>
        <p:nvSpPr>
          <p:cNvPr id="241" name="Google Shape;241;p10"/>
          <p:cNvSpPr txBox="1">
            <a:spLocks noGrp="1"/>
          </p:cNvSpPr>
          <p:nvPr>
            <p:ph type="subTitle" idx="4294967295"/>
          </p:nvPr>
        </p:nvSpPr>
        <p:spPr>
          <a:xfrm>
            <a:off x="0" y="5667375"/>
            <a:ext cx="726598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Create a GUI for the game</a:t>
            </a:r>
            <a:endParaRPr/>
          </a:p>
        </p:txBody>
      </p:sp>
      <p:sp>
        <p:nvSpPr>
          <p:cNvPr id="247" name="Google Shape;247;p11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Learn to work with Streamlit: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Learn how to start the streamlit app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Understand concepts of reload on change for Streamlit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Write a GUI for the game, play around to make it look better</a:t>
            </a: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ASSIGNMENT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Start working on: 4_create_gui_streamlit.md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 txBox="1">
            <a:spLocks noGrp="1"/>
          </p:cNvSpPr>
          <p:nvPr>
            <p:ph type="title"/>
          </p:nvPr>
        </p:nvSpPr>
        <p:spPr>
          <a:xfrm>
            <a:off x="338138" y="524256"/>
            <a:ext cx="11522868" cy="1902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E953"/>
              </a:buClr>
              <a:buSzPts val="6000"/>
              <a:buFont typeface="Arial"/>
              <a:buNone/>
            </a:pPr>
            <a:r>
              <a:rPr lang="en-US">
                <a:solidFill>
                  <a:srgbClr val="00E953"/>
                </a:solidFill>
              </a:rPr>
              <a:t>Create a REST + Agent</a:t>
            </a:r>
            <a:endParaRPr/>
          </a:p>
        </p:txBody>
      </p:sp>
      <p:sp>
        <p:nvSpPr>
          <p:cNvPr id="253" name="Google Shape;253;p12"/>
          <p:cNvSpPr txBox="1">
            <a:spLocks noGrp="1"/>
          </p:cNvSpPr>
          <p:nvPr>
            <p:ph type="subTitle" idx="4294967295"/>
          </p:nvPr>
        </p:nvSpPr>
        <p:spPr>
          <a:xfrm>
            <a:off x="0" y="5667375"/>
            <a:ext cx="7265988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rPr>
              <a:t>01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"/>
          <p:cNvSpPr txBox="1">
            <a:spLocks noGrp="1"/>
          </p:cNvSpPr>
          <p:nvPr>
            <p:ph type="title"/>
          </p:nvPr>
        </p:nvSpPr>
        <p:spPr>
          <a:xfrm>
            <a:off x="338138" y="545844"/>
            <a:ext cx="11522868" cy="5112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r>
              <a:rPr lang="en-US"/>
              <a:t>Create a REST API and an agent to play the game</a:t>
            </a:r>
            <a:endParaRPr/>
          </a:p>
        </p:txBody>
      </p:sp>
      <p:sp>
        <p:nvSpPr>
          <p:cNvPr id="259" name="Google Shape;259;p13"/>
          <p:cNvSpPr txBox="1">
            <a:spLocks noGrp="1"/>
          </p:cNvSpPr>
          <p:nvPr>
            <p:ph type="body" idx="1"/>
          </p:nvPr>
        </p:nvSpPr>
        <p:spPr>
          <a:xfrm>
            <a:off x="338138" y="1200150"/>
            <a:ext cx="11522868" cy="4976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Learn to work with FastAPI: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Keep track of multiple games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Implement the game class for FastAPI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Expose starting a new game through a REST endpoint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Implement the move method for the REST endpoint</a:t>
            </a: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Implement an agent with Strands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-    Add MCP to the FastAPI application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Load the API Key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Add the code for the agent</a:t>
            </a:r>
            <a:endParaRPr/>
          </a:p>
          <a:p>
            <a:pPr marL="285750" lvl="0" indent="-2857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Char char="-"/>
            </a:pPr>
            <a:r>
              <a:rPr lang="en-US"/>
              <a:t>Play with the prompt to make it do other things.</a:t>
            </a: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285750" lvl="0" indent="-18415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Inter Light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ASSIGNMENT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Start working on: 5_create_fastapi.md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en-US"/>
              <a:t>Continue with: 6_use_agent_to_play_game.md</a:t>
            </a: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Yuma">
  <a:themeElements>
    <a:clrScheme name="Yuma">
      <a:dk1>
        <a:srgbClr val="000000"/>
      </a:dk1>
      <a:lt1>
        <a:srgbClr val="FFFFFF"/>
      </a:lt1>
      <a:dk2>
        <a:srgbClr val="005D45"/>
      </a:dk2>
      <a:lt2>
        <a:srgbClr val="F0ECE9"/>
      </a:lt2>
      <a:accent1>
        <a:srgbClr val="EBA8FF"/>
      </a:accent1>
      <a:accent2>
        <a:srgbClr val="6434DA"/>
      </a:accent2>
      <a:accent3>
        <a:srgbClr val="C0C0C0"/>
      </a:accent3>
      <a:accent4>
        <a:srgbClr val="4FC36B"/>
      </a:accent4>
      <a:accent5>
        <a:srgbClr val="8F3F39"/>
      </a:accent5>
      <a:accent6>
        <a:srgbClr val="C4A791"/>
      </a:accent6>
      <a:hlink>
        <a:srgbClr val="00E853"/>
      </a:hlink>
      <a:folHlink>
        <a:srgbClr val="A9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628</Words>
  <Application>Microsoft Macintosh PowerPoint</Application>
  <PresentationFormat>Widescreen</PresentationFormat>
  <Paragraphs>130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Inter</vt:lpstr>
      <vt:lpstr>Calibri</vt:lpstr>
      <vt:lpstr>Inter Light</vt:lpstr>
      <vt:lpstr>Courier New</vt:lpstr>
      <vt:lpstr>Arial</vt:lpstr>
      <vt:lpstr>Yuma</vt:lpstr>
      <vt:lpstr>Werken met Python</vt:lpstr>
      <vt:lpstr>Agenda</vt:lpstr>
      <vt:lpstr>How it all works</vt:lpstr>
      <vt:lpstr>Setup project</vt:lpstr>
      <vt:lpstr>Setup Python projects</vt:lpstr>
      <vt:lpstr>Program the game</vt:lpstr>
      <vt:lpstr>Program the adventure game</vt:lpstr>
      <vt:lpstr>Data Analysis</vt:lpstr>
      <vt:lpstr>Data Analysis</vt:lpstr>
      <vt:lpstr>Create a GUI</vt:lpstr>
      <vt:lpstr>Create a GUI for the game</vt:lpstr>
      <vt:lpstr>Create a REST + Agent</vt:lpstr>
      <vt:lpstr>Create a REST API and an agent to play the game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Jettro Coenradie</dc:creator>
  <cp:lastModifiedBy>Jettro Coenradie</cp:lastModifiedBy>
  <cp:revision>1</cp:revision>
  <dcterms:created xsi:type="dcterms:W3CDTF">2026-03-12T13:18:30Z</dcterms:created>
  <dcterms:modified xsi:type="dcterms:W3CDTF">2026-03-19T08:05:45Z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0x0101003178BF62F15A574B84CC897758FD5655</vt:lpwstr>
  </property>
</Properties>
</file>